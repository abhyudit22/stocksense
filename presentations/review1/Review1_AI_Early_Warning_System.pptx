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AI Early Warning System for Disasters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Capstone Review-1 Presentation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defRPr sz="1600">
                <a:solidFill>
                  <a:srgbClr val="323232"/>
                </a:solidFill>
              </a:defRPr>
            </a:pPr>
            <a:r>
              <a:t>Team Members: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[Student 1 Name]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[Student 2 Name]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[Student 3 Name]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defRPr sz="1600">
                <a:solidFill>
                  <a:srgbClr val="323232"/>
                </a:solidFill>
              </a:defRPr>
            </a:pPr>
            <a: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Individual 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Team Member 1: [Name 1]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Contribution: Automated data pipelines fetching from NASA FIRMS and NOAA APIs.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Team Member 2: [Name 2]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Contribution: Feature engineering, spatial joining (GeoPandas), and ML model training.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Team Member 3: [Name 3]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Contribution: Development of the interactive web-based GIS dashboard using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B. Objective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Motivation: Escalating Climate Threats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Climate change is driving an unprecedented increase in extreme weather anomalies like devastating wildfires.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Purpose of the Work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To shift emergency management from a reactive stance to a proactive, predictive stance.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Core Aim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Develop an ensembled ML model to forecast localized disaster probability 48-72 hours in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C. Clarity &amp; Significance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Fragmented Data Sources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Massive amounts of environmental data exist (satellites, IoT), but they remain siloed and unutilized.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Reactive Systems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Current warning systems rely on lagging indicators (e.g., a fire has already been spotted).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Significance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Early, hyper-localized predictive risk assessments allow emergency responders to stage resources, saving lives and property.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D. Feasibility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Technical Feasibility Assessment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Feasible due to robust Open APIs provided by space agencies and powerful tabular ML frameworks (XGBoost).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Project Scope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In Scope: Predictive risk model specifically tuned for a high-risk geographic boundary (e.g., California).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In Scope: Web dashboard for visualization of risk zones.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Out of Scope: Global mapping or automated deployment of physical emergency 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E. Existing Projects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Existing Solutions (e.g., Traditional Meteorological Models)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Difference: Traditional physics-based models are computationally heavy. Our ML approach fuses satellite imagery (NDVI) with soil moisture instantly.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Literature Review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Researched 'Remote Sensing for Wildfire Prediction' noting the efficacy of multi-modal fusion.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Initial Prototypes &amp; Findings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Data pipeline successfully merging 3 distinct datasets. Baseline XGBoost model achieved 85% AUC on historical data.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Timeline Adherence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Weeks 1-3: API integrations (Completed). Weeks 4-6: Modeling (On Track).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G.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NASA EarthData Open APIs documentation.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Chen, T., &amp; Guestrin, C. (2016). 'XGBoost: A Scalable Tree Boosting System'.</a:t>
            </a:r>
          </a:p>
          <a:p>
            <a:pPr>
              <a:spcBef>
                <a:spcPts val="1200"/>
              </a:spcBef>
              <a:defRPr sz="2000" b="1">
                <a:solidFill>
                  <a:srgbClr val="323232"/>
                </a:solidFill>
              </a:defRPr>
            </a:pPr>
            <a:r>
              <a:t>Journal of Remote Sensing and Environmental Risk Mitigation.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B22222"/>
                </a:solidFill>
              </a:defRPr>
            </a:pPr>
            <a:r>
              <a:t>F. Project Modules &amp;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834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>
                <a:solidFill>
                  <a:srgbClr val="323232"/>
                </a:solidFill>
              </a:defRPr>
            </a:pPr>
            <a:r>
              <a:rPr dirty="0"/>
              <a:t>The diagram below outlines the core modules of the project, defining their specific purposes and</a:t>
            </a:r>
            <a:endParaRPr lang="en-IN" dirty="0"/>
          </a:p>
          <a:p>
            <a:pPr>
              <a:defRPr sz="1600">
                <a:solidFill>
                  <a:srgbClr val="323232"/>
                </a:solidFill>
              </a:defRPr>
            </a:pPr>
            <a:r>
              <a:rPr dirty="0"/>
              <a:t> how they associate with each other to achieve the final objective.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1828800" y="2743200"/>
            <a:ext cx="2286000" cy="9144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Data Ingestion Module</a:t>
            </a:r>
          </a:p>
          <a:p>
            <a:pPr algn="ctr">
              <a:defRPr sz="1300" b="1"/>
            </a:pPr>
            <a:r>
              <a:t>(NASA/NOAA APIs)</a:t>
            </a:r>
          </a:p>
        </p:txBody>
      </p:sp>
      <p:sp>
        <p:nvSpPr>
          <p:cNvPr id="5" name="Snip Diagonal Corner Rectangle 4"/>
          <p:cNvSpPr/>
          <p:nvPr/>
        </p:nvSpPr>
        <p:spPr>
          <a:xfrm>
            <a:off x="5029200" y="2743200"/>
            <a:ext cx="2286000" cy="9144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Spatial Join Module</a:t>
            </a:r>
          </a:p>
          <a:p>
            <a:pPr algn="ctr">
              <a:defRPr sz="1300" b="1"/>
            </a:pPr>
            <a:r>
              <a:t>(GeoPandas)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5029200" y="5029200"/>
            <a:ext cx="2286000" cy="9144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Machine Learning Core</a:t>
            </a:r>
          </a:p>
          <a:p>
            <a:pPr algn="ctr">
              <a:defRPr sz="1300" b="1"/>
            </a:pPr>
            <a:r>
              <a:t>(XGBoost Model)</a:t>
            </a:r>
          </a:p>
        </p:txBody>
      </p:sp>
      <p:sp>
        <p:nvSpPr>
          <p:cNvPr id="7" name="Snip Diagonal Corner Rectangle 6"/>
          <p:cNvSpPr/>
          <p:nvPr/>
        </p:nvSpPr>
        <p:spPr>
          <a:xfrm>
            <a:off x="1828800" y="5029200"/>
            <a:ext cx="2286000" cy="9144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Alerting Dashboard</a:t>
            </a:r>
          </a:p>
          <a:p>
            <a:pPr algn="ctr">
              <a:defRPr sz="1300" b="1"/>
            </a:pPr>
            <a:r>
              <a:t>(Interactive GIS Map)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108960"/>
            <a:ext cx="9144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6080760" y="3657600"/>
            <a:ext cx="182880" cy="13716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eft Arrow 9"/>
          <p:cNvSpPr/>
          <p:nvPr/>
        </p:nvSpPr>
        <p:spPr>
          <a:xfrm>
            <a:off x="4114800" y="5394960"/>
            <a:ext cx="914400" cy="18288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p Arrow 10"/>
          <p:cNvSpPr/>
          <p:nvPr/>
        </p:nvSpPr>
        <p:spPr>
          <a:xfrm>
            <a:off x="2880360" y="3657600"/>
            <a:ext cx="182880" cy="13716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501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AI Early Warning System for Disasters</vt:lpstr>
      <vt:lpstr>Individual Team Contributions</vt:lpstr>
      <vt:lpstr>B. Objective &amp; Motivation</vt:lpstr>
      <vt:lpstr>C. Clarity &amp; Significance of Problem</vt:lpstr>
      <vt:lpstr>D. Feasibility &amp; Scope</vt:lpstr>
      <vt:lpstr>E. Existing Projects &amp; Research</vt:lpstr>
      <vt:lpstr>G. References</vt:lpstr>
      <vt:lpstr>F. Project Modules &amp; Associations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 26010633</cp:lastModifiedBy>
  <cp:revision>2</cp:revision>
  <dcterms:created xsi:type="dcterms:W3CDTF">2013-01-27T09:14:16Z</dcterms:created>
  <dcterms:modified xsi:type="dcterms:W3CDTF">2026-09-07T19:03:44Z</dcterms:modified>
  <cp:category/>
</cp:coreProperties>
</file>